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Space Grotesk" panose="020B0604020202020204" charset="0"/>
      <p:regular r:id="rId23"/>
      <p:bold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ExtraBold" panose="020B0604020202020204" charset="0"/>
      <p:bold r:id="rId29"/>
      <p:boldItalic r:id="rId30"/>
    </p:embeddedFont>
    <p:embeddedFont>
      <p:font typeface="Urbanist Medium" panose="020B0604020202020204" charset="0"/>
      <p:regular r:id="rId31"/>
      <p:bold r:id="rId32"/>
      <p:italic r:id="rId33"/>
      <p:boldItalic r:id="rId34"/>
    </p:embeddedFont>
    <p:embeddedFont>
      <p:font typeface="Urbanist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www.linkedin.com/in/mohammed-01-salah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ohammedAhmed-01/movie-recommendation-system/tree/main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571500"/>
            <a:ext cx="1066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MOVIE RECOMMENDATIONS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95300" y="971550"/>
            <a:ext cx="11201400" cy="17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Finding the Right Movie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Shouldn't Be This Hard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975371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Too many choices. Zero relevance. Constant overwhelm.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910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720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1252537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POPULAR ISN'T ALWAYS RELEVANT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890837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"Top 10" list is a generic solution to a personal problem. One-size-fits-all fails the individual user.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90600" y="3862387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Popularity bias hides niche gems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90600" y="4443412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Diverse tastes are ignored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90600" y="5024437"/>
            <a:ext cx="4533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Engagement drops with fatigue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52712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52712"/>
            <a:ext cx="336545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52712"/>
            <a:ext cx="3365599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30813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30813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18600" y="3081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ANALYZING MOVIES FROM MULTIPLE ANGLES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87914" y="38242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Behavior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152525" y="43100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What are users actually watching together in sequence?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39115" y="38242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Influence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803725" y="43100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Which movies act as bridges in the global film network?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90312" y="3824287"/>
            <a:ext cx="271377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Meaning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54925" y="4310062"/>
            <a:ext cx="25845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What do these movies actually feel like and stand for?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214437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MULTI-LAYER ENGINE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852737"/>
            <a:ext cx="4953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We've engineered a hybrid intelligence system that processes movies through three distinct lenses.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595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19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44434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IT ALL STARTS WITH DATA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152525" y="2547937"/>
            <a:ext cx="4657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MovieLens: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25M+ user interactions and transaction patterns.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81100" y="3471862"/>
            <a:ext cx="4629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TMDb: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Deep metadata including overviews, cast, and genres.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38250" y="4395787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Synergy: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Behavior meets content for a holistic view.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5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77125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0" y="2867025"/>
            <a:ext cx="17145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2571750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810125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048500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286875" y="3295650"/>
            <a:ext cx="333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476375" y="3124200"/>
            <a:ext cx="285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Raw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657600" y="3124200"/>
            <a:ext cx="4000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Clean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81687" y="3124200"/>
            <a:ext cx="428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Graph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086725" y="3124200"/>
            <a:ext cx="495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Embed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0306050" y="3124200"/>
            <a:ext cx="533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Insights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TURNING RAW DATA INTO SIGNALS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4314825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pipeline automates the transformation from noisy spreadsheets to actionable recommendation vectors.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786187"/>
            <a:ext cx="50482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DO USERS WATCH TOGETHER?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81750" y="269081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Association Rules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81750" y="2909887"/>
            <a:ext cx="504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mining billions of transaction pairs, we find the "Co-watch" logic.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572250" y="39766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IF watched {Inception} →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LIKELY {Interstellar}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4757737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Confidence Score: 0.89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2624137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0.024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SOME MOVIES ARE INFLUENTIAL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0" y="2667000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Structural Influence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81750" y="2886075"/>
            <a:ext cx="50482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don't just count views. We measure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Influence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Using PageRank, we identify the "gatekeeper" movies that connect different genres and tastes.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43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053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1419225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MOVIES FORM A NETWORK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057525"/>
            <a:ext cx="4953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visualize the film industry not as a catalog, but as a living ecosystem where movies are nodes and shared viewership is the edge.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62025" y="4276725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Discovery of clusters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4857750"/>
            <a:ext cx="4562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Pathfinding between genres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2882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38350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SIMILARITY BEYOND GENRE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81750" y="313848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BERT Embeddings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381750" y="3357562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use Google's BERT model to analyze the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DNA of a plot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It understands that "a futuristic detective" is similar to "a cyberpunk investigator" even if they don't share keywords.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62175"/>
            <a:ext cx="33654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162175"/>
            <a:ext cx="33654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44625" y="25908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826" y="25908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BEHAVIOR FAILS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762000" y="536257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Semantic Analysis solves the "Cold Start" for Day 1 releases.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087914" y="3333750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152525" y="3819525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New movies have no watch data. They are invisible to pattern miners.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4739115" y="3333750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4803725" y="3819525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BERT similarity bridges the gap by comparing descriptions immediately.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762000" y="3267075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82%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PREDICTABLE PATTERNS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381750" y="313848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Habits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381750" y="3357562"/>
            <a:ext cx="50482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Our data shows that users follow consistent behavioral paths. By mastering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Association Rules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we can predict the next logical watch with high precision before the user even knows they want it.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81150"/>
            <a:ext cx="1066800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INFLUENCE VS. POPULARITY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762000" y="4405312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Viral hits are fleeting. Influential movies anchor the recommendation engine for long-term retention.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571500" y="1924050"/>
            <a:ext cx="52006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HIDDEN RELATIONSHIPS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571500" y="3562350"/>
            <a:ext cx="4953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BERT discovered that "The Lion King" and "Hamlet" share massive vector similarity. The system understood the story structure, not just the "Animation" genre tag.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43162"/>
            <a:ext cx="33654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43162"/>
            <a:ext cx="33654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43162"/>
            <a:ext cx="336559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1605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1860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METHOD IS NOT ENOUGH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1087914" y="35194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Hybrid Model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1152525" y="4005262"/>
            <a:ext cx="2584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weigh all three signals into a single score. Behavior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Realism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Graph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Authority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BERT gives us 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Meaning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4739115" y="3519487"/>
            <a:ext cx="27136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Scalable</a:t>
            </a:r>
            <a:endParaRPr/>
          </a:p>
        </p:txBody>
      </p:sp>
      <p:sp>
        <p:nvSpPr>
          <p:cNvPr id="264" name="Google Shape;264;p27"/>
          <p:cNvSpPr txBox="1"/>
          <p:nvPr/>
        </p:nvSpPr>
        <p:spPr>
          <a:xfrm>
            <a:off x="4803725" y="4005262"/>
            <a:ext cx="258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Designed to process millions of nodes with low latency.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8390312" y="3519487"/>
            <a:ext cx="271377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Human-Centric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8454925" y="4005262"/>
            <a:ext cx="258454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for people, not just for metrics.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19350"/>
            <a:ext cx="106680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600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41814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624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WATCHING TO SUGGESTION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1152525" y="2809875"/>
            <a:ext cx="9886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watched: </a:t>
            </a:r>
            <a:r>
              <a:rPr lang="en-US" sz="24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Interstellar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1543050" y="3552825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Inception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(Pattern)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1543050" y="4133850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2001: Space Odyssey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(Influence)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6772275" y="4014787"/>
            <a:ext cx="4267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 </a:t>
            </a: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Martian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(Meaning)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33712"/>
            <a:ext cx="3365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3033712"/>
            <a:ext cx="3365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033712"/>
            <a:ext cx="3365599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 txBox="1"/>
          <p:nvPr/>
        </p:nvSpPr>
        <p:spPr>
          <a:xfrm>
            <a:off x="1152525" y="3424237"/>
            <a:ext cx="258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+40%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4803725" y="3424237"/>
            <a:ext cx="258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+25%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8454925" y="3424237"/>
            <a:ext cx="258454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38BDF8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-60%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THIS MATTERS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1152525" y="4186237"/>
            <a:ext cx="2584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Increase in Discovery Rate</a:t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4803725" y="4186237"/>
            <a:ext cx="2584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Watch Time Engagement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8454925" y="4186237"/>
            <a:ext cx="25845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Churn Rate (Estimated)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099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90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719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762000" y="57150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 EVERYTHING WAS EASY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1181100" y="3062287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Sparse Data: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Handling users with only 1-2 ratings required robust smoothing.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1181100" y="3643312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Scale: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Computing BERT embeddings for 10,000+ movies takes significant GPU time.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1181100" y="4224337"/>
            <a:ext cx="1024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Quality:</a:t>
            </a: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Cleaning TMDb overviews for consistent linguistic patterns.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 txBox="1"/>
          <p:nvPr/>
        </p:nvSpPr>
        <p:spPr>
          <a:xfrm>
            <a:off x="6667500" y="2238375"/>
            <a:ext cx="52006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IT'S ABOUT PEOPLE</a:t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6667500" y="3248025"/>
            <a:ext cx="4953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Algorithms are the tool, but understanding human taste is the goal. We don't just build models; we build connections between people and the stories they love.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8005" y="2774400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1380" y="27744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2"/>
          <p:cNvSpPr txBox="1"/>
          <p:nvPr/>
        </p:nvSpPr>
        <p:spPr>
          <a:xfrm>
            <a:off x="495300" y="571500"/>
            <a:ext cx="11201400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762000" y="178117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ANY QUESTIONS?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4571999" y="2635800"/>
            <a:ext cx="188765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6"/>
              </a:rPr>
              <a:t> Project Repo</a:t>
            </a:r>
            <a:endParaRPr dirty="0"/>
          </a:p>
        </p:txBody>
      </p:sp>
      <p:sp>
        <p:nvSpPr>
          <p:cNvPr id="325" name="Google Shape;325;p32"/>
          <p:cNvSpPr txBox="1"/>
          <p:nvPr/>
        </p:nvSpPr>
        <p:spPr>
          <a:xfrm>
            <a:off x="6387434" y="2643648"/>
            <a:ext cx="215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7"/>
              </a:rPr>
              <a:t> Let's Connect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653</Words>
  <Application>Microsoft Office PowerPoint</Application>
  <PresentationFormat>Widescreen</PresentationFormat>
  <Paragraphs>87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Urbanist Medium</vt:lpstr>
      <vt:lpstr>Urbanist ExtraBold</vt:lpstr>
      <vt:lpstr>Calibri</vt:lpstr>
      <vt:lpstr>Arial</vt:lpstr>
      <vt:lpstr>Space Grotesk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Mohammed Salah</cp:lastModifiedBy>
  <cp:revision>1</cp:revision>
  <dcterms:modified xsi:type="dcterms:W3CDTF">2026-05-02T11:06:06Z</dcterms:modified>
</cp:coreProperties>
</file>